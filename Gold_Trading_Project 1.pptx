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89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5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1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1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21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0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93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4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1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77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85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35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3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70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8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1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Intraday Decision Support System for XAU/USD</a:t>
            </a:r>
          </a:p>
          <a:p>
            <a:endParaRPr dirty="0"/>
          </a:p>
          <a:p>
            <a:r>
              <a:rPr dirty="0"/>
              <a:t>Machine learning MVP using technical and macroeconomic variables.</a:t>
            </a:r>
          </a:p>
          <a:p>
            <a:endParaRPr dirty="0"/>
          </a:p>
          <a:p>
            <a:r>
              <a:rPr dirty="0"/>
              <a:t>Franklin Patricio</a:t>
            </a:r>
          </a:p>
          <a:p>
            <a:r>
              <a:rPr dirty="0"/>
              <a:t>University of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B3448-66CF-6A9E-3D97-10526E76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960060"/>
            <a:ext cx="7655313" cy="475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9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385CB-8705-028F-E96B-CA0E6CA1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06" y="1120876"/>
            <a:ext cx="7886097" cy="45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7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trading model integrating technical indicators and macroeconomic data.</a:t>
            </a:r>
          </a:p>
          <a:p>
            <a:endParaRPr/>
          </a:p>
          <a:p>
            <a:r>
              <a:t>Generates trading signals based on ML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5-min OHLCV data</a:t>
            </a:r>
          </a:p>
          <a:p>
            <a:r>
              <a:t>• Macro calendar integration</a:t>
            </a:r>
          </a:p>
          <a:p>
            <a:r>
              <a:t>• Feature engineering (RSI, ATR, volatility)</a:t>
            </a:r>
          </a:p>
          <a:p>
            <a:r>
              <a:t>• Models: Logistic Regression &amp; Random Forest</a:t>
            </a:r>
          </a:p>
          <a:p>
            <a:r>
              <a:t>• Signal generation and backtesting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12,741 observations, 43 features</a:t>
            </a:r>
          </a:p>
          <a:p>
            <a:r>
              <a:t>• Logistic Regression outperformed Random Forest</a:t>
            </a:r>
          </a:p>
          <a:p>
            <a:r>
              <a:t>• Accuracy ~0.52, AUC ~0.53</a:t>
            </a:r>
          </a:p>
          <a:p>
            <a:r>
              <a:t>• Reduced losses vs benchmark</a:t>
            </a:r>
          </a:p>
          <a:p>
            <a:r>
              <a:t>• Not yet consistently profitable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Feasible quantitative trading system</a:t>
            </a:r>
          </a:p>
          <a:p>
            <a:r>
              <a:t>• End-to-end pipeline built</a:t>
            </a:r>
          </a:p>
          <a:p>
            <a:r>
              <a:t>• Strong base for future improvements</a:t>
            </a:r>
          </a:p>
          <a:p>
            <a:endParaRPr/>
          </a:p>
          <a:p>
            <a:r>
              <a:t>Next steps: optimization, validation, more data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</TotalTime>
  <Words>134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Gold Project</vt:lpstr>
      <vt:lpstr>PowerPoint Presentation</vt:lpstr>
      <vt:lpstr>PowerPoint Presentation</vt:lpstr>
      <vt:lpstr>Solution Overview</vt:lpstr>
      <vt:lpstr>MVP Implementation</vt:lpstr>
      <vt:lpstr>Key Results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Franklin Patricio Gonzales</dc:creator>
  <cp:keywords/>
  <dc:description>generated using python-pptx</dc:description>
  <cp:lastModifiedBy>Franklin Patricio Gonzales</cp:lastModifiedBy>
  <cp:revision>2</cp:revision>
  <dcterms:created xsi:type="dcterms:W3CDTF">2013-01-27T09:14:16Z</dcterms:created>
  <dcterms:modified xsi:type="dcterms:W3CDTF">2026-05-03T00:15:16Z</dcterms:modified>
  <cp:category/>
</cp:coreProperties>
</file>